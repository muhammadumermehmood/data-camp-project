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8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E6-4916-AA7A-0A75E7C6D99A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E6-4916-AA7A-0A75E7C6D99A}"/>
              </c:ext>
            </c:extLst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4E6-4916-AA7A-0A75E7C6D99A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4E6-4916-AA7A-0A75E7C6D9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Free</c:v>
                </c:pt>
                <c:pt idx="1">
                  <c:v>Enterprise</c:v>
                </c:pt>
                <c:pt idx="2">
                  <c:v>Basic</c:v>
                </c:pt>
                <c:pt idx="3">
                  <c:v>Pro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26.1</c:v>
                </c:pt>
                <c:pt idx="2">
                  <c:v>23.7</c:v>
                </c:pt>
                <c:pt idx="3">
                  <c:v>22.4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4E6-4916-AA7A-0A75E7C6D9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02-4454-A5B0-44D7668FEBAB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02-4454-A5B0-44D7668FEBAB}"/>
              </c:ext>
            </c:extLst>
          </c:dPt>
          <c:dPt>
            <c:idx val="2"/>
            <c:invertIfNegative val="0"/>
            <c:bubble3D val="0"/>
            <c:spPr>
              <a:solidFill>
                <a:srgbClr val="FFC10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02-4454-A5B0-44D7668FEBAB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102-4454-A5B0-44D7668FEB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Activity</c:v>
                </c:pt>
                <c:pt idx="1">
                  <c:v>Low</c:v>
                </c:pt>
                <c:pt idx="2">
                  <c:v>Medium</c:v>
                </c:pt>
                <c:pt idx="3">
                  <c:v>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53.9</c:v>
                </c:pt>
                <c:pt idx="1">
                  <c:v>14.6</c:v>
                </c:pt>
                <c:pt idx="2">
                  <c:v>4.4000000000000004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102-4454-A5B0-44D7668FEB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367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Subscriber Retention Report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971800"/>
            <a:ext cx="2286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March-April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Muhammad Umer Mehmood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Project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Data &amp; Methodology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Key Findings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Business Metric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Recommendations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has been increasing over the past two quarters. Rising acquisition costs mean every lost subscriber puts pressure on Marketing and Product. Leadership needs a clear picture of what is driving churn.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Identify key drivers of customer churn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Analyse engagement, support, and plan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Define a KPI for leadership to monitor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Provide actionable recommendations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rows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email, state, plan,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plan_list_price, churn_status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2900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918 rows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ticket_time, user_id, channel,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resolution_time_hours, resolved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445 rows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event_time, user_id,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Cleaning Steps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Filled churn_status nulls (null = retained); standardised plan names to lowercase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85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Replaced invalid channel values with NaN; renamed 'state' column to 'resolved'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325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Fixed customer_id prefix mismatch ('C10000' → '10000') before merging all 3 datasets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— Key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143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143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1143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3 customers left the platform.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31546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out of 400 customers (38.5%) had zero recorded activity — the single biggest churn risk identified.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3566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 users churn at 41% — well above the overall 28.5% average.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Subscription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3716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Free plan has the highest churn at 41%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60720" y="1965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Pro users are the most loyal at 22.4%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0720" y="2560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Higher plan value = lower churn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3154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Free users may not see enough value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Engagement Level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Finding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60720" y="1554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760720" y="2240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inactive users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0" y="2834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760720" y="3520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highly engaged users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 to Monitor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Rate (MCR)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Churned Customers ÷ Total Customers at Start of Period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Values by Plan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3375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overall churn to below 20% within 2 quarters.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03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monitor: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11680" y="37033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MCR monthly, segmented by plan and engagement level.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83080" y="4069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if any plan exceeds 30% churn for 2 consecutive months.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0424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inactive 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 customers have zero activity and 53.9% of them churned. Send automated emails or push notifications to users inactive for 7+ days.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801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Free users to paid plans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084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plan has the highest churn at 41%. Offer limited-time upgrades or showcase Pro/Basic features before users leave.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23744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repeat support contacts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8437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5+ tickets churn at 34.8%. Improve onboarding, FAQs, and in-app help to reduce frustration.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82696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3192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open tickets faster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6027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tickets are unresolved. Faster resolution reduces frustration and cancellation risk.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04164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0782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 Churn Rate monthly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3616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MCR by plan and engagement. Alert the team if any segment exceeds 30% for two consecutive months.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2971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28.5% churn rate — nearly 1 in 3 subscribers is leaving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33192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Inactivity is the #1 driver: 53.9% churn among inactive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36667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Free plan users are most at risk at 41% churn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40142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Target: reduce Monthly Churn Rate to below 20% in 2 quarters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Fit.ly Tech — Churn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705</Words>
  <Application>Microsoft Office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Umer Mehmood</cp:lastModifiedBy>
  <cp:revision>2</cp:revision>
  <dcterms:created xsi:type="dcterms:W3CDTF">2026-04-01T11:54:59Z</dcterms:created>
  <dcterms:modified xsi:type="dcterms:W3CDTF">2026-04-01T12:00:02Z</dcterms:modified>
</cp:coreProperties>
</file>